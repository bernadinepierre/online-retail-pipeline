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Open Sans" panose="020B06060305040202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54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238494"/>
            <a:ext cx="7415927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Engineering Pipeline for Sales Analytics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437" y="492335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Bernadine Pierre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559605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FOIL, November 2025</a:t>
            </a:r>
            <a:endParaRPr lang="en-US" sz="1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95C5F-2578-E4EA-12C7-1FC0696D237A}"/>
              </a:ext>
            </a:extLst>
          </p:cNvPr>
          <p:cNvSpPr/>
          <p:nvPr/>
        </p:nvSpPr>
        <p:spPr>
          <a:xfrm>
            <a:off x="12594866" y="7474226"/>
            <a:ext cx="1956021" cy="667910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17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&amp;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745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15956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organisation struggles with inconsistent data quality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 blocks effective analytics and decision-making. 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8944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Fragmented data sources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316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quality checks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738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analytical capabilities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50745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Solutions Approach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315956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an automated ETL pipeline using  aligned technologies, delivering production-ready infrastructure in just minutes.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1901" y="40872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ingestion from UCI repository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5269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 schema optimised for queries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9760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Built-in quality controls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034088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D5D5DD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385798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631757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Achievement: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Production-ready pipeline delivered in minutes.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6F628-C84B-9352-A0E3-5657BDEB41CE}"/>
              </a:ext>
            </a:extLst>
          </p:cNvPr>
          <p:cNvSpPr/>
          <p:nvPr/>
        </p:nvSpPr>
        <p:spPr>
          <a:xfrm>
            <a:off x="12594866" y="7474226"/>
            <a:ext cx="1956021" cy="667910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630" y="515898"/>
            <a:ext cx="4690705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Pipeline Architecture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30" y="1594604"/>
            <a:ext cx="6015990" cy="591014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415582" y="2061924"/>
            <a:ext cx="22860" cy="4506397"/>
          </a:xfrm>
          <a:prstGeom prst="roundRect">
            <a:avLst>
              <a:gd name="adj" fmla="val 123117"/>
            </a:avLst>
          </a:prstGeom>
          <a:solidFill>
            <a:srgbClr val="C6C6D2"/>
          </a:solidFill>
          <a:ln/>
        </p:spPr>
      </p:sp>
      <p:sp>
        <p:nvSpPr>
          <p:cNvPr id="5" name="Shape 2"/>
          <p:cNvSpPr/>
          <p:nvPr/>
        </p:nvSpPr>
        <p:spPr>
          <a:xfrm>
            <a:off x="9603760" y="2261473"/>
            <a:ext cx="562808" cy="22860"/>
          </a:xfrm>
          <a:prstGeom prst="roundRect">
            <a:avLst>
              <a:gd name="adj" fmla="val 123117"/>
            </a:avLst>
          </a:prstGeom>
          <a:solidFill>
            <a:srgbClr val="C6C6D2"/>
          </a:solidFill>
          <a:ln/>
        </p:spPr>
      </p:sp>
      <p:sp>
        <p:nvSpPr>
          <p:cNvPr id="6" name="Shape 3"/>
          <p:cNvSpPr/>
          <p:nvPr/>
        </p:nvSpPr>
        <p:spPr>
          <a:xfrm>
            <a:off x="9204543" y="2061924"/>
            <a:ext cx="422077" cy="422077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4850" y="2132171"/>
            <a:ext cx="281345" cy="2813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53794" y="2126337"/>
            <a:ext cx="2345293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Ingestion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353794" y="2606993"/>
            <a:ext cx="3627477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603760" y="3481864"/>
            <a:ext cx="562808" cy="22860"/>
          </a:xfrm>
          <a:prstGeom prst="roundRect">
            <a:avLst>
              <a:gd name="adj" fmla="val 123117"/>
            </a:avLst>
          </a:prstGeom>
          <a:solidFill>
            <a:srgbClr val="C6C6D2"/>
          </a:solidFill>
          <a:ln/>
        </p:spPr>
      </p:sp>
      <p:sp>
        <p:nvSpPr>
          <p:cNvPr id="11" name="Shape 7"/>
          <p:cNvSpPr/>
          <p:nvPr/>
        </p:nvSpPr>
        <p:spPr>
          <a:xfrm>
            <a:off x="9204543" y="3282315"/>
            <a:ext cx="422077" cy="422077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4850" y="3352562"/>
            <a:ext cx="281345" cy="2813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53794" y="3346728"/>
            <a:ext cx="2345293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Profiling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0353794" y="3827383"/>
            <a:ext cx="3627477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9603760" y="4702254"/>
            <a:ext cx="562808" cy="22860"/>
          </a:xfrm>
          <a:prstGeom prst="roundRect">
            <a:avLst>
              <a:gd name="adj" fmla="val 123117"/>
            </a:avLst>
          </a:prstGeom>
          <a:solidFill>
            <a:srgbClr val="C6C6D2"/>
          </a:solidFill>
          <a:ln/>
        </p:spPr>
      </p:sp>
      <p:sp>
        <p:nvSpPr>
          <p:cNvPr id="16" name="Shape 11"/>
          <p:cNvSpPr/>
          <p:nvPr/>
        </p:nvSpPr>
        <p:spPr>
          <a:xfrm>
            <a:off x="9204543" y="4502706"/>
            <a:ext cx="422077" cy="422077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74850" y="4572953"/>
            <a:ext cx="281345" cy="28134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353794" y="4567118"/>
            <a:ext cx="2345293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Cleaning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0353794" y="5047774"/>
            <a:ext cx="3627477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9603760" y="5922645"/>
            <a:ext cx="562808" cy="22860"/>
          </a:xfrm>
          <a:prstGeom prst="roundRect">
            <a:avLst>
              <a:gd name="adj" fmla="val 123117"/>
            </a:avLst>
          </a:prstGeom>
          <a:solidFill>
            <a:srgbClr val="C6C6D2"/>
          </a:solidFill>
          <a:ln/>
        </p:spPr>
      </p:sp>
      <p:sp>
        <p:nvSpPr>
          <p:cNvPr id="21" name="Shape 15"/>
          <p:cNvSpPr/>
          <p:nvPr/>
        </p:nvSpPr>
        <p:spPr>
          <a:xfrm>
            <a:off x="9204543" y="5723096"/>
            <a:ext cx="422077" cy="422077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4850" y="5793343"/>
            <a:ext cx="281345" cy="28134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353794" y="5787509"/>
            <a:ext cx="2345293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Modelling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10353794" y="6268164"/>
            <a:ext cx="3627477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204603" y="6779300"/>
            <a:ext cx="4776668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833B0D-F22D-9D24-7BA6-0EDF22F4AD48}"/>
              </a:ext>
            </a:extLst>
          </p:cNvPr>
          <p:cNvSpPr/>
          <p:nvPr/>
        </p:nvSpPr>
        <p:spPr>
          <a:xfrm>
            <a:off x="12594866" y="7474226"/>
            <a:ext cx="1956021" cy="667910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54737"/>
            <a:ext cx="635150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Quality &amp; Business Logic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788688"/>
            <a:ext cx="3979545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542K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229320" y="4993719"/>
            <a:ext cx="3108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Transactions Processed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4357" y="3788688"/>
            <a:ext cx="3978116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9,288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5888236" y="4993719"/>
            <a:ext cx="2870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Cancellations Flagged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3496" y="3788688"/>
            <a:ext cx="3978116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24.9%</a:t>
            </a:r>
            <a:endParaRPr lang="en-US" sz="6150" dirty="0"/>
          </a:p>
        </p:txBody>
      </p:sp>
      <p:sp>
        <p:nvSpPr>
          <p:cNvPr id="8" name="Text 6"/>
          <p:cNvSpPr/>
          <p:nvPr/>
        </p:nvSpPr>
        <p:spPr>
          <a:xfrm>
            <a:off x="10442496" y="4993719"/>
            <a:ext cx="28399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Missing CustomerIDs</a:t>
            </a:r>
            <a:endParaRPr lang="en-US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48894E-FC83-58FE-88E0-C7D904C6D079}"/>
              </a:ext>
            </a:extLst>
          </p:cNvPr>
          <p:cNvSpPr/>
          <p:nvPr/>
        </p:nvSpPr>
        <p:spPr>
          <a:xfrm>
            <a:off x="12594866" y="7474226"/>
            <a:ext cx="1956021" cy="667910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425" y="425648"/>
            <a:ext cx="6581418" cy="482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Star Schema &amp; Analytics Capabilities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0425" y="1293971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Dimensional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0425" y="1757124"/>
            <a:ext cx="5890022" cy="1352550"/>
          </a:xfrm>
          <a:prstGeom prst="roundRect">
            <a:avLst>
              <a:gd name="adj" fmla="val 1713"/>
            </a:avLst>
          </a:prstGeom>
          <a:solidFill>
            <a:srgbClr val="E0E0EC"/>
          </a:solidFill>
          <a:ln/>
        </p:spPr>
      </p:sp>
      <p:sp>
        <p:nvSpPr>
          <p:cNvPr id="5" name="Text 3"/>
          <p:cNvSpPr/>
          <p:nvPr/>
        </p:nvSpPr>
        <p:spPr>
          <a:xfrm>
            <a:off x="694730" y="1911429"/>
            <a:ext cx="558141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20315" y="2312789"/>
            <a:ext cx="193012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Fact Sales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730" y="2708315"/>
            <a:ext cx="558141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0425" y="3263979"/>
            <a:ext cx="5890022" cy="1352550"/>
          </a:xfrm>
          <a:prstGeom prst="roundRect">
            <a:avLst>
              <a:gd name="adj" fmla="val 1713"/>
            </a:avLst>
          </a:prstGeom>
          <a:solidFill>
            <a:srgbClr val="E0E0EC"/>
          </a:solidFill>
          <a:ln/>
        </p:spPr>
      </p:sp>
      <p:sp>
        <p:nvSpPr>
          <p:cNvPr id="9" name="Text 7"/>
          <p:cNvSpPr/>
          <p:nvPr/>
        </p:nvSpPr>
        <p:spPr>
          <a:xfrm>
            <a:off x="694730" y="3418284"/>
            <a:ext cx="558141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20315" y="3819644"/>
            <a:ext cx="193012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Dim 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730" y="4215170"/>
            <a:ext cx="558141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0425" y="4770834"/>
            <a:ext cx="5890022" cy="1352550"/>
          </a:xfrm>
          <a:prstGeom prst="roundRect">
            <a:avLst>
              <a:gd name="adj" fmla="val 1713"/>
            </a:avLst>
          </a:prstGeom>
          <a:solidFill>
            <a:srgbClr val="E0E0EC"/>
          </a:solidFill>
          <a:ln/>
        </p:spPr>
      </p:sp>
      <p:sp>
        <p:nvSpPr>
          <p:cNvPr id="13" name="Text 11"/>
          <p:cNvSpPr/>
          <p:nvPr/>
        </p:nvSpPr>
        <p:spPr>
          <a:xfrm>
            <a:off x="694730" y="4925139"/>
            <a:ext cx="558141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20315" y="5326499"/>
            <a:ext cx="193012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Dim Product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730" y="5722025"/>
            <a:ext cx="558141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0425" y="6277689"/>
            <a:ext cx="5890022" cy="1352550"/>
          </a:xfrm>
          <a:prstGeom prst="roundRect">
            <a:avLst>
              <a:gd name="adj" fmla="val 1713"/>
            </a:avLst>
          </a:prstGeom>
          <a:solidFill>
            <a:srgbClr val="E0E0EC"/>
          </a:solidFill>
          <a:ln/>
        </p:spPr>
      </p:sp>
      <p:sp>
        <p:nvSpPr>
          <p:cNvPr id="17" name="Text 15"/>
          <p:cNvSpPr/>
          <p:nvPr/>
        </p:nvSpPr>
        <p:spPr>
          <a:xfrm>
            <a:off x="694730" y="6431994"/>
            <a:ext cx="558141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20315" y="6833354"/>
            <a:ext cx="1930122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Dim Customer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730" y="7228880"/>
            <a:ext cx="5581412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4780" y="1278612"/>
            <a:ext cx="7282696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4780" y="1664613"/>
            <a:ext cx="7282696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251" y="2085380"/>
            <a:ext cx="4709755" cy="485370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A2EEE98-68B3-1BA8-6E8D-866BAC1682D6}"/>
              </a:ext>
            </a:extLst>
          </p:cNvPr>
          <p:cNvSpPr/>
          <p:nvPr/>
        </p:nvSpPr>
        <p:spPr>
          <a:xfrm>
            <a:off x="12594866" y="7474226"/>
            <a:ext cx="1956021" cy="667910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359" y="463034"/>
            <a:ext cx="6006584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Demo &amp; Future Enhancements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9359" y="1410176"/>
            <a:ext cx="2526149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Live Demonstration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89359" y="1915358"/>
            <a:ext cx="16835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9359" y="2178606"/>
            <a:ext cx="6520458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589359" y="2308503"/>
            <a:ext cx="2105025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Execute Pipeline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89359" y="2739985"/>
            <a:ext cx="652045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automated ETL process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359" y="3198733"/>
            <a:ext cx="6520458" cy="521732"/>
          </a:xfrm>
          <a:prstGeom prst="roundRect">
            <a:avLst>
              <a:gd name="adj" fmla="val 4842"/>
            </a:avLst>
          </a:prstGeom>
          <a:solidFill>
            <a:srgbClr val="E6E6EA"/>
          </a:solidFill>
          <a:ln/>
        </p:spPr>
      </p:sp>
      <p:sp>
        <p:nvSpPr>
          <p:cNvPr id="9" name="Shape 7"/>
          <p:cNvSpPr/>
          <p:nvPr/>
        </p:nvSpPr>
        <p:spPr>
          <a:xfrm>
            <a:off x="581025" y="3198733"/>
            <a:ext cx="6537127" cy="521732"/>
          </a:xfrm>
          <a:prstGeom prst="roundRect">
            <a:avLst>
              <a:gd name="adj" fmla="val 4842"/>
            </a:avLst>
          </a:prstGeom>
          <a:solidFill>
            <a:srgbClr val="E6E6EA"/>
          </a:solidFill>
          <a:ln/>
        </p:spPr>
      </p:sp>
      <p:sp>
        <p:nvSpPr>
          <p:cNvPr id="10" name="Text 8"/>
          <p:cNvSpPr/>
          <p:nvPr/>
        </p:nvSpPr>
        <p:spPr>
          <a:xfrm>
            <a:off x="749379" y="3324939"/>
            <a:ext cx="620041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src/main_pipeline.py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359" y="4015026"/>
            <a:ext cx="16835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359" y="4278273"/>
            <a:ext cx="6520458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3" name="Text 11"/>
          <p:cNvSpPr/>
          <p:nvPr/>
        </p:nvSpPr>
        <p:spPr>
          <a:xfrm>
            <a:off x="589359" y="4408170"/>
            <a:ext cx="2112050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Review Profile Report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89359" y="4839653"/>
            <a:ext cx="652045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Examine automated data quality metrics and validation results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359" y="5403533"/>
            <a:ext cx="16835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9359" y="5666780"/>
            <a:ext cx="6520458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7" name="Text 15"/>
          <p:cNvSpPr/>
          <p:nvPr/>
        </p:nvSpPr>
        <p:spPr>
          <a:xfrm>
            <a:off x="589359" y="5796677"/>
            <a:ext cx="2105025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Query Database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89359" y="6228159"/>
            <a:ext cx="652045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 analytical queries against the dimensional model in SQLite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28203" y="1410176"/>
            <a:ext cx="2526149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Roadmap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528203" y="1915358"/>
            <a:ext cx="6520458" cy="1083231"/>
          </a:xfrm>
          <a:prstGeom prst="roundRect">
            <a:avLst>
              <a:gd name="adj" fmla="val 1013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05343" y="1915358"/>
            <a:ext cx="91440" cy="1083231"/>
          </a:xfrm>
          <a:prstGeom prst="roundRect">
            <a:avLst>
              <a:gd name="adj" fmla="val 27627"/>
            </a:avLst>
          </a:prstGeom>
          <a:solidFill>
            <a:srgbClr val="101014"/>
          </a:solidFill>
          <a:ln/>
        </p:spPr>
      </p:sp>
      <p:sp>
        <p:nvSpPr>
          <p:cNvPr id="22" name="Text 20"/>
          <p:cNvSpPr/>
          <p:nvPr/>
        </p:nvSpPr>
        <p:spPr>
          <a:xfrm>
            <a:off x="7787997" y="2106573"/>
            <a:ext cx="2105025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Azure Data Factory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787997" y="2538055"/>
            <a:ext cx="606944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orchestration with scheduling and monitoring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28203" y="3166943"/>
            <a:ext cx="6520458" cy="1083231"/>
          </a:xfrm>
          <a:prstGeom prst="roundRect">
            <a:avLst>
              <a:gd name="adj" fmla="val 1013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5343" y="3166943"/>
            <a:ext cx="91440" cy="1083231"/>
          </a:xfrm>
          <a:prstGeom prst="roundRect">
            <a:avLst>
              <a:gd name="adj" fmla="val 27627"/>
            </a:avLst>
          </a:prstGeom>
          <a:solidFill>
            <a:srgbClr val="101014"/>
          </a:solidFill>
          <a:ln/>
        </p:spPr>
      </p:sp>
      <p:sp>
        <p:nvSpPr>
          <p:cNvPr id="26" name="Text 24"/>
          <p:cNvSpPr/>
          <p:nvPr/>
        </p:nvSpPr>
        <p:spPr>
          <a:xfrm>
            <a:off x="7787997" y="3358158"/>
            <a:ext cx="2105025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Azure Synapse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787997" y="3789640"/>
            <a:ext cx="606944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 analytics platform for growing data volumes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28203" y="4418528"/>
            <a:ext cx="6520458" cy="1083231"/>
          </a:xfrm>
          <a:prstGeom prst="roundRect">
            <a:avLst>
              <a:gd name="adj" fmla="val 1013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05343" y="4418528"/>
            <a:ext cx="91440" cy="1083231"/>
          </a:xfrm>
          <a:prstGeom prst="roundRect">
            <a:avLst>
              <a:gd name="adj" fmla="val 27627"/>
            </a:avLst>
          </a:prstGeom>
          <a:solidFill>
            <a:srgbClr val="101014"/>
          </a:solidFill>
          <a:ln/>
        </p:spPr>
      </p:sp>
      <p:sp>
        <p:nvSpPr>
          <p:cNvPr id="30" name="Text 28"/>
          <p:cNvSpPr/>
          <p:nvPr/>
        </p:nvSpPr>
        <p:spPr>
          <a:xfrm>
            <a:off x="7787997" y="4609743"/>
            <a:ext cx="2105025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Quality Monitoring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87997" y="5041225"/>
            <a:ext cx="606944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alerting and automated anomaly detection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28203" y="5670113"/>
            <a:ext cx="6520458" cy="1083231"/>
          </a:xfrm>
          <a:prstGeom prst="roundRect">
            <a:avLst>
              <a:gd name="adj" fmla="val 1013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05343" y="5670113"/>
            <a:ext cx="91440" cy="1083231"/>
          </a:xfrm>
          <a:prstGeom prst="roundRect">
            <a:avLst>
              <a:gd name="adj" fmla="val 27627"/>
            </a:avLst>
          </a:prstGeom>
          <a:solidFill>
            <a:srgbClr val="101014"/>
          </a:solidFill>
          <a:ln/>
        </p:spPr>
      </p:sp>
      <p:sp>
        <p:nvSpPr>
          <p:cNvPr id="34" name="Text 32"/>
          <p:cNvSpPr/>
          <p:nvPr/>
        </p:nvSpPr>
        <p:spPr>
          <a:xfrm>
            <a:off x="7787997" y="5861328"/>
            <a:ext cx="2105025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Incremental Loading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787997" y="6292810"/>
            <a:ext cx="606944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updates processing only changed records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891" y="7321629"/>
            <a:ext cx="13199150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raw data to actionable insights. This pipeline demonstrates enterprise-ready data infrastructure that scales with business needs.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359" y="7132201"/>
            <a:ext cx="22860" cy="648176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80921F-32B9-275F-40E2-65800B21EA57}"/>
              </a:ext>
            </a:extLst>
          </p:cNvPr>
          <p:cNvSpPr/>
          <p:nvPr/>
        </p:nvSpPr>
        <p:spPr>
          <a:xfrm>
            <a:off x="12594866" y="7474226"/>
            <a:ext cx="1956021" cy="667910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223</Words>
  <Application>Microsoft Office PowerPoint</Application>
  <PresentationFormat>Custom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Open Sans</vt:lpstr>
      <vt:lpstr>Playfair Display Light</vt:lpstr>
      <vt:lpstr>Playfair Display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Bernadine Pierre</cp:lastModifiedBy>
  <cp:revision>2</cp:revision>
  <dcterms:created xsi:type="dcterms:W3CDTF">2025-11-03T16:22:32Z</dcterms:created>
  <dcterms:modified xsi:type="dcterms:W3CDTF">2025-11-03T16:26:17Z</dcterms:modified>
</cp:coreProperties>
</file>